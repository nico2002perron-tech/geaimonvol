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Projet : Portail Interne &amp; Data Center Intelligent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Vision stratégique pour la succursale</a:t>
            </a:r>
          </a:p>
          <a:p>
            <a:r>
              <a:t>Transformation numérique progressive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Contexte &amp; Opportunité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Digitalisation accélérée du secteur financier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Multiplication des tâches répétitives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Besoin de standardisation et d'efficacité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L’IA comme levier stratégique interne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Objectif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Centraliser nos procédures internes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Standardiser nos méthodes de travail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Accumuler notre savoir collectif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Développer un assistant IA interne évolutif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1 – Hub de Connaissance (Sans Données Sensibles)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Procédures internes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Checklists et guides opérationnels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Scripts et modèles de courriels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Recherche intelligente &amp; assistant IA interne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Bénéfices Court Terme (0–12 mois)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Gain de 30–60 minutes par semaine par conseiller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Réduction des erreurs et meilleure uniformité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Intégration accélérée des nouveaux conseillers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Amélioration de la qualité client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Bénéfices Moyen Terme (1–3 ans)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Accumulation structurée de connaissances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IA adaptée à notre réalité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Mémoire organisationnelle centralisée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Optimisation continue des processus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Bénéfices Long Terme (3–7 ans)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Avantage concurrentiel durable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Réduction du risque humain (savoir conservé)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Capacité d’analyse stratégique interne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Infrastructure évolutive et scalable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Sécurité &amp; Gouvernance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Démarrage sans données clients sensibles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Accès sécurisé par authentification et rôles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Données hébergées dans base dédiée sécurisée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Évolution vers conformité renforcée si nécessaire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Investissement Estimé (Phase Initiale)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50 à 120 $ / mois pour 5–10 conseillers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Coût inférieur à plusieurs logiciels traditionnels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Retour sur investissement via gain de productivité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Vision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Construire un cerveau collectif intelligent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Créer un système plus fort que les individus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Transformer la succursale en organisation apprenante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Évoluer graduellement, stratégiquement et sécuritairement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